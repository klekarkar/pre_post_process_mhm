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8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1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0AC4F-616A-9B30-3253-0A6C0C0EF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944A9-F6DB-5AAD-2B4B-1F420DCA3D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F11A4-9A8F-7541-B30D-E9C1C8871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99939-7CA9-4030-9537-3682CC1D5228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3BECD-0874-88E5-5E56-DE85B608F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3F46A-4539-774E-2D57-5AC31C073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70F1E-1146-4D2F-9C6D-40A1E1B184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3290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B4FA5-D2FA-6C38-82FD-254F63501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93822-A774-2A68-1209-09372C69B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A9E4E-3BE4-C936-95B1-023AC6793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99939-7CA9-4030-9537-3682CC1D5228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23932-4DFD-03C9-598B-E0EB4042E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13C50-3471-B7BF-6792-81B191358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70F1E-1146-4D2F-9C6D-40A1E1B184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7297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412A7-B584-5C6C-9407-A88361372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4BF217-A5BA-0936-A9D3-E94C4B511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909C6-D049-D638-A6A1-08E25CA10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99939-7CA9-4030-9537-3682CC1D5228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12E5A-C501-112A-954F-E0D232D98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5D963-B50D-EB66-5CC8-8E6A5B05C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70F1E-1146-4D2F-9C6D-40A1E1B184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2041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5FE64-2CF1-1B6F-55DC-DEE44CC21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38283-32D9-0B7B-8E2D-2BEB9DB787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B0C442-2657-D1C6-BA9D-21AB81219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B0948E-1EC7-CA35-A390-4046FC49A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99939-7CA9-4030-9537-3682CC1D5228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39B66D-B84F-4707-0583-D5DDE6129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210329-44FF-3194-17E9-012CE4834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70F1E-1146-4D2F-9C6D-40A1E1B184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2351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ECA5A-B450-376B-106C-3157A2220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6FA5E7-5996-3114-D376-1840B5220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1F41B8-0FD2-B4C0-9DA5-A4DBC92210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16D002-3097-57E9-7F40-198806DD09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DBE177-B94D-A9AA-8BFF-D5A84CDECB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7058C6-E6EB-7F6A-F034-7B9D530A7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99939-7CA9-4030-9537-3682CC1D5228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5ACAB2-7F86-B89B-DC6D-03A54E21D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7FE3C6-2A6F-D7B8-C05D-994E69D05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70F1E-1146-4D2F-9C6D-40A1E1B184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2933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A1093-25A3-B250-6445-91F06CA49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EC85DF-2022-8898-04E4-8E2D1276B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99939-7CA9-4030-9537-3682CC1D5228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B78364-4110-3EC0-A29B-001DB48E1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FAC924-7ACA-BEFB-9DB3-4C11AA45D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70F1E-1146-4D2F-9C6D-40A1E1B184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1397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9E6956-0C91-60FF-38B1-F406CE15F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99939-7CA9-4030-9537-3682CC1D5228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21E056-71AE-61D5-5F84-C26F59FF4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8475F-CC5C-93D3-3490-151E99C9D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70F1E-1146-4D2F-9C6D-40A1E1B184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4529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36523-3EB8-A93D-53E6-03B3A1939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03769-E248-F492-40EB-9B67D0027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825601-2F57-CBD1-F7BE-34CCE0AF6D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0541B-AFCE-2E61-8341-33EFE874C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99939-7CA9-4030-9537-3682CC1D5228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DDF1C0-2EC1-FA4D-8BD6-AC704C6C9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5EC978-E490-0145-BB91-45A5E7619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70F1E-1146-4D2F-9C6D-40A1E1B184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288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CD912-5B5A-80FD-5D6F-FD0A6F695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DA449E-4F53-5FEE-030A-4D5EE4C054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AB58D0-A59D-36D8-6254-2647606416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BC7257-467F-67F8-08F9-A6548137E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99939-7CA9-4030-9537-3682CC1D5228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E8EB0-8349-268D-4AF5-B8BDD15B7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8E8E4-C04E-E8A9-4598-C1658E1C2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70F1E-1146-4D2F-9C6D-40A1E1B184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7731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B385F-563A-E471-1C1E-72A7C1712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51EEFE-FAC5-9435-CE47-9A844FAB39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95D83-6F2F-6F39-367A-0CB3E5D95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99939-7CA9-4030-9537-3682CC1D5228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82DAF-898B-CC97-3999-418E653BE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15D40-7CE0-6D30-DC84-C0B46AC88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70F1E-1146-4D2F-9C6D-40A1E1B184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156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C67513-3124-F234-B84C-98B0C9F77F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585D58-86C3-C494-BFB3-8B52BB3C17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C8F75-4DA8-78D1-11D7-35DD86AFC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99939-7CA9-4030-9537-3682CC1D5228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06407-1114-6D2D-4C3D-30D9581B9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193B4-4C51-8C39-2D51-6AD170A49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70F1E-1146-4D2F-9C6D-40A1E1B184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8478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0C2546-40C2-E9C7-F13E-3D134B1CF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81128E-EFB2-D66A-1B75-35550753C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42D04-1413-CC1D-011A-0D741BB68C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899939-7CA9-4030-9537-3682CC1D5228}" type="datetimeFigureOut">
              <a:rPr lang="en-GB" smtClean="0"/>
              <a:t>20/07/2026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0074B-D430-AD50-8673-6EC9E2DAE4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25235-C99D-8F66-AFDA-AF72879134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F70F1E-1146-4D2F-9C6D-40A1E1B184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868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B3F05-1793-C0C1-4328-1ED7F2367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039" y="243506"/>
            <a:ext cx="9418338" cy="22962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CD5BE5-F3B1-9169-8F7C-AE1304D75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314" y="2860971"/>
            <a:ext cx="9650009" cy="38499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2FD365-6780-4CEA-5C2D-3B038DB6C564}"/>
              </a:ext>
            </a:extLst>
          </p:cNvPr>
          <p:cNvSpPr txBox="1"/>
          <p:nvPr/>
        </p:nvSpPr>
        <p:spPr>
          <a:xfrm>
            <a:off x="6456693" y="2676305"/>
            <a:ext cx="554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BE"/>
            </a:defPPr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(b)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D0401F-646D-5CB1-C933-15792AF5D7F5}"/>
              </a:ext>
            </a:extLst>
          </p:cNvPr>
          <p:cNvSpPr txBox="1"/>
          <p:nvPr/>
        </p:nvSpPr>
        <p:spPr>
          <a:xfrm>
            <a:off x="6456693" y="18794"/>
            <a:ext cx="554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(a)</a:t>
            </a:r>
          </a:p>
        </p:txBody>
      </p:sp>
    </p:spTree>
    <p:extLst>
      <p:ext uri="{BB962C8B-B14F-4D97-AF65-F5344CB8AC3E}">
        <p14:creationId xmlns:p14="http://schemas.microsoft.com/office/powerpoint/2010/main" val="1098249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314FE-9D91-BA2E-E03A-61A83F153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052B6E-0390-18D5-B118-D40528B5E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499" y="283236"/>
            <a:ext cx="9418338" cy="22962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8298DF-3C9B-F947-7FBE-C2987EF3DBE9}"/>
              </a:ext>
            </a:extLst>
          </p:cNvPr>
          <p:cNvSpPr txBox="1"/>
          <p:nvPr/>
        </p:nvSpPr>
        <p:spPr>
          <a:xfrm>
            <a:off x="6456693" y="2676305"/>
            <a:ext cx="554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BE"/>
            </a:defPPr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GB" dirty="0">
                <a:latin typeface="Segoe UI" panose="020B0502040204020203" pitchFamily="34" charset="0"/>
                <a:cs typeface="Segoe UI" panose="020B0502040204020203" pitchFamily="34" charset="0"/>
              </a:rPr>
              <a:t>(b)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34F291-357B-AF6E-E9AD-0412D4EF1ABF}"/>
              </a:ext>
            </a:extLst>
          </p:cNvPr>
          <p:cNvSpPr txBox="1"/>
          <p:nvPr/>
        </p:nvSpPr>
        <p:spPr>
          <a:xfrm>
            <a:off x="6456693" y="18794"/>
            <a:ext cx="554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(a)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13F8B8-A1B1-5247-8EEC-EF6AFBC5CD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067" y="3031705"/>
            <a:ext cx="9590770" cy="3826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149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Katoria Lesaalon Lekarkar</dc:creator>
  <cp:lastModifiedBy>Katoria Lesaalon Lekarkar</cp:lastModifiedBy>
  <cp:revision>3</cp:revision>
  <dcterms:created xsi:type="dcterms:W3CDTF">2026-04-07T11:25:02Z</dcterms:created>
  <dcterms:modified xsi:type="dcterms:W3CDTF">2026-07-20T14:44:08Z</dcterms:modified>
</cp:coreProperties>
</file>